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57"/>
    <p:restoredTop sz="94730"/>
  </p:normalViewPr>
  <p:slideViewPr>
    <p:cSldViewPr snapToGrid="0">
      <p:cViewPr>
        <p:scale>
          <a:sx n="140" d="100"/>
          <a:sy n="140" d="100"/>
        </p:scale>
        <p:origin x="133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705B9-D19B-9719-BA7B-D5DA7560D8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C78BE1-9C60-CDB1-CCB2-81AEB3419D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EEB7FD-9D79-90D9-6A45-BDE09BEA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D2DC1-68E3-5C4C-8913-2F7C5D957469}" type="datetimeFigureOut">
              <a:rPr lang="en-NL" smtClean="0"/>
              <a:t>13/08/2025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EBD846-3BC7-D2A3-A9AF-41FC1644B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A9964-3B98-B580-8960-4478FFFE7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99B2-2F0D-D445-9123-6CD721B643F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58389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9E3DF-405B-A86A-70ED-DCB15CAB0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A9BDC-17B1-E8F6-747F-4CE3E80BA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A86E47-BF3E-8685-E519-518CFA54C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D2DC1-68E3-5C4C-8913-2F7C5D957469}" type="datetimeFigureOut">
              <a:rPr lang="en-NL" smtClean="0"/>
              <a:t>13/08/2025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20055B-B9D1-1023-E918-9AC664228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8F5E3E-0507-03F2-2CCB-66DF60893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99B2-2F0D-D445-9123-6CD721B643F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54112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776AB-C9F0-1044-67C3-E7072667F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8CB22D-AE04-D9D6-2B47-773D02863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ECA6DF-1733-A02E-DC63-B7117461A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D2DC1-68E3-5C4C-8913-2F7C5D957469}" type="datetimeFigureOut">
              <a:rPr lang="en-NL" smtClean="0"/>
              <a:t>13/08/2025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9CB73E-92DB-B740-E085-4631AD374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B527E9-BE73-421C-8488-199A4B15C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99B2-2F0D-D445-9123-6CD721B643F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94799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6AAB5-19CE-016E-7CA9-847F32B2A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5405B-D8D6-3C7C-0983-A791164767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872344-E51A-3EBF-19FC-6FAD955CEB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497583-3AE3-DF30-2F03-813563A62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D2DC1-68E3-5C4C-8913-2F7C5D957469}" type="datetimeFigureOut">
              <a:rPr lang="en-NL" smtClean="0"/>
              <a:t>13/08/2025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C1920A-6661-71A9-5A55-663E6A23F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A02D8F-5552-F5F7-7DF4-1E34B8F58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99B2-2F0D-D445-9123-6CD721B643F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83736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F4885-B3C1-60EE-F800-0729792FF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2C83B3-C78E-E4F5-D7BA-29E4C5D72B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CE6F33-48B2-91CB-A059-8B1C4BFC37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5E3271-B6AD-265B-F33D-84AC2B790B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01BE54-6C0B-D3DB-BEF4-8210EB76FA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1B2B9F-6AEA-05E2-5544-34ED201A6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D2DC1-68E3-5C4C-8913-2F7C5D957469}" type="datetimeFigureOut">
              <a:rPr lang="en-NL" smtClean="0"/>
              <a:t>13/08/2025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60481E-0535-64B2-7E02-941168C4C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8D88CA-8A2E-AB1B-4EB8-2E753854E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99B2-2F0D-D445-9123-6CD721B643F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64789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C8012-832A-888C-F5CC-395B658ED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C8BE4A-FACA-5B9A-3BD7-98546D59A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D2DC1-68E3-5C4C-8913-2F7C5D957469}" type="datetimeFigureOut">
              <a:rPr lang="en-NL" smtClean="0"/>
              <a:t>13/08/2025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9FEC49-8EC6-F2BD-34DB-CA28CF050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F8E4BF-A6CA-BD59-6FF1-C503006A9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99B2-2F0D-D445-9123-6CD721B643F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07200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E8CB2D-9770-62D6-2E73-C3B754A46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D2DC1-68E3-5C4C-8913-2F7C5D957469}" type="datetimeFigureOut">
              <a:rPr lang="en-NL" smtClean="0"/>
              <a:t>13/08/2025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21CADF-F93A-1393-B2AC-AD6849F3A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2838F8-4E36-288B-499D-F0E1033E1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99B2-2F0D-D445-9123-6CD721B643F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90226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222DA-1BC6-0A5B-BD8D-B9326FC57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83C8B-937F-2144-F238-A53C497965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0871E6-B020-B16B-35B0-A43A953AC7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C74952-0D81-D940-C14D-5D6EBF286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D2DC1-68E3-5C4C-8913-2F7C5D957469}" type="datetimeFigureOut">
              <a:rPr lang="en-NL" smtClean="0"/>
              <a:t>13/08/2025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6C6C17-5616-9E49-F707-2593C71B6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69C625-DC31-68ED-D19C-0A5C3F1C5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99B2-2F0D-D445-9123-6CD721B643F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24869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223EB-C07A-84F9-3C9B-593536509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5070CB-D613-12FC-65C5-BBA2CF44F3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2827B1-71D6-2540-C2AF-500C78D139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8E116A-A7AB-E04E-72A6-7C65A0B9C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D2DC1-68E3-5C4C-8913-2F7C5D957469}" type="datetimeFigureOut">
              <a:rPr lang="en-NL" smtClean="0"/>
              <a:t>13/08/2025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A67488-B9B1-CF9B-AE8A-8A06376DB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256B6D-0ECC-BA27-38F2-C5D8C03C8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99B2-2F0D-D445-9123-6CD721B643F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72576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19F9A-40FB-46BE-7B52-661469C4C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F33882-95B7-38CB-8036-A8CE116FB1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F0D21D-1FBE-2E02-2335-D96255D3A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D2DC1-68E3-5C4C-8913-2F7C5D957469}" type="datetimeFigureOut">
              <a:rPr lang="en-NL" smtClean="0"/>
              <a:t>13/08/2025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E96D6-0954-BDCF-E8B5-678FF9117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B3A6D-1002-AF19-FC60-EE8BC6C4F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99B2-2F0D-D445-9123-6CD721B643F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16448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36AE5F-7446-B964-A8EC-B07A5668BA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D07144-C3A9-BD1A-0B92-6D10E71C47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500429-3C56-F945-41AC-E7A8AE167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D2DC1-68E3-5C4C-8913-2F7C5D957469}" type="datetimeFigureOut">
              <a:rPr lang="en-NL" smtClean="0"/>
              <a:t>13/08/2025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4271FB-7B11-804C-2677-288B06A0C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77077B-0267-7B51-CDB6-7151DA1B1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B99B2-2F0D-D445-9123-6CD721B643F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39430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549A58D5-F46A-ACC1-A628-77A4F76D56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379842877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7772400" imgH="10058400" progId="TCLayout.ActiveDocument.1">
                  <p:embed/>
                </p:oleObj>
              </mc:Choice>
              <mc:Fallback>
                <p:oleObj name="think-cell Slide" r:id="rId1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E5A9B6-4553-3378-30FF-792F2A06C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642640-FAC4-A337-CF26-3C1BDD43E0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823C49-0C62-F0A3-8B5C-198ADD3DB5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9D2DC1-68E3-5C4C-8913-2F7C5D957469}" type="datetimeFigureOut">
              <a:rPr lang="en-NL" smtClean="0"/>
              <a:t>13/08/2025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FFF0CE-E656-1D04-F1F0-997DEC1959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0C664C-09E4-BD08-CBE4-009729AA59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CB99B2-2F0D-D445-9123-6CD721B643F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15600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5" Type="http://schemas.openxmlformats.org/officeDocument/2006/relationships/image" Target="../media/image8.png"/><Relationship Id="rId4" Type="http://schemas.openxmlformats.org/officeDocument/2006/relationships/image" Target="../media/image7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5" Type="http://schemas.openxmlformats.org/officeDocument/2006/relationships/image" Target="../media/image10.png"/><Relationship Id="rId4" Type="http://schemas.openxmlformats.org/officeDocument/2006/relationships/image" Target="../media/image9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5" Type="http://schemas.openxmlformats.org/officeDocument/2006/relationships/image" Target="../media/image12.png"/><Relationship Id="rId4" Type="http://schemas.openxmlformats.org/officeDocument/2006/relationships/image" Target="../media/image11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7" Type="http://schemas.openxmlformats.org/officeDocument/2006/relationships/image" Target="../media/image1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4" Type="http://schemas.openxmlformats.org/officeDocument/2006/relationships/image" Target="../media/image20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8BE7E5C1-DCB7-CE55-3C5D-8465B5EFA95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6216295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353612CA-064E-F34A-FAA6-FE5A8DC3DA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/>
          <a:lstStyle/>
          <a:p>
            <a:r>
              <a:rPr lang="en-NL" dirty="0"/>
              <a:t>Sensor Significance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5E2D21-540D-E256-D4C5-25C5127436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NL" dirty="0"/>
              <a:t>13-08-2025</a:t>
            </a:r>
          </a:p>
        </p:txBody>
      </p:sp>
    </p:spTree>
    <p:extLst>
      <p:ext uri="{BB962C8B-B14F-4D97-AF65-F5344CB8AC3E}">
        <p14:creationId xmlns:p14="http://schemas.microsoft.com/office/powerpoint/2010/main" val="29990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F8AD5A98-A662-C44D-8E4A-8EBE816364E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6389234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DE855F41-D5F3-20C2-D2B2-31A512C84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NL" dirty="0"/>
              <a:t>Approach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88952A-A721-3B27-875C-C1E85B88CD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NL" sz="2000" dirty="0"/>
                  <a:t>Trained autoencoder (with augmented zero’s) for: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NL" sz="1800" dirty="0"/>
                  <a:t>Rock v None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NL" sz="1800" dirty="0"/>
                  <a:t>Paper v None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NL" sz="1800" dirty="0"/>
                  <a:t>Scissor v None</a:t>
                </a:r>
              </a:p>
              <a:p>
                <a:pPr marL="914400" lvl="1" indent="-457200">
                  <a:buFont typeface="+mj-lt"/>
                  <a:buAutoNum type="arabicPeriod"/>
                </a:pPr>
                <a:endParaRPr lang="en-NL" sz="1800" dirty="0"/>
              </a:p>
              <a:p>
                <a:r>
                  <a:rPr lang="en-NL" sz="2000" dirty="0"/>
                  <a:t>Per model, get average latent space characteristics: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NL" sz="1800" i="1" dirty="0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NL" sz="1800" dirty="0"/>
                  <a:t> [8],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NL" sz="1800" i="0" dirty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NL" sz="18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NL" sz="1800" dirty="0"/>
                  <a:t>[8, 8] from the latent space [8, 90]</a:t>
                </a:r>
              </a:p>
              <a:p>
                <a:pPr lvl="1"/>
                <a:r>
                  <a:rPr lang="en-NL" sz="1800" dirty="0"/>
                  <a:t>These values are obtained by averaging over the 133 (train*) samples</a:t>
                </a:r>
              </a:p>
              <a:p>
                <a:pPr lvl="1"/>
                <a:r>
                  <a:rPr lang="en-NL" sz="1800" dirty="0"/>
                  <a:t>Get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NL" sz="1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L" sz="1800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d>
                          <m:dPr>
                            <m:begChr m:val="{"/>
                            <m:endChr m:val="}"/>
                            <m:ctrlPr>
                              <a:rPr lang="en-NL" sz="18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NL" sz="1800" i="1" dirty="0" smtClean="0">
                                <a:latin typeface="Cambria Math" panose="02040503050406030204" pitchFamily="18" charset="0"/>
                              </a:rPr>
                              <m:t>𝑟𝑒𝑓𝑒𝑟𝑒𝑛𝑐𝑒</m:t>
                            </m:r>
                          </m:e>
                        </m:d>
                      </m:sub>
                    </m:sSub>
                  </m:oMath>
                </a14:m>
                <a:r>
                  <a:rPr lang="en-NL" sz="18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NL" sz="1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NL" sz="1800" i="0" dirty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d>
                          <m:dPr>
                            <m:begChr m:val="{"/>
                            <m:endChr m:val="}"/>
                            <m:ctrlPr>
                              <a:rPr lang="en-NL" sz="18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NL" sz="1800" i="1" dirty="0" smtClean="0">
                                <a:latin typeface="Cambria Math" panose="02040503050406030204" pitchFamily="18" charset="0"/>
                              </a:rPr>
                              <m:t>𝑟𝑒𝑓𝑒𝑟𝑒𝑛𝑐𝑒</m:t>
                            </m:r>
                          </m:e>
                        </m:d>
                      </m:sub>
                    </m:sSub>
                  </m:oMath>
                </a14:m>
                <a:r>
                  <a:rPr lang="en-NL" sz="1800" dirty="0"/>
                  <a:t>, as well as for ablating each sensor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NL" sz="1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L" sz="1800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d>
                          <m:dPr>
                            <m:begChr m:val="{"/>
                            <m:endChr m:val="}"/>
                            <m:ctrlPr>
                              <a:rPr lang="en-NL" sz="18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NL" sz="1800" i="1" dirty="0" smtClean="0">
                                <a:latin typeface="Cambria Math" panose="02040503050406030204" pitchFamily="18" charset="0"/>
                              </a:rPr>
                              <m:t>𝑠𝑒𝑛𝑠</m:t>
                            </m:r>
                            <m:r>
                              <a:rPr lang="en-NL" sz="1800" i="1" dirty="0" smtClean="0">
                                <a:latin typeface="Cambria Math" panose="02040503050406030204" pitchFamily="18" charset="0"/>
                              </a:rPr>
                              <m:t> 1 </m:t>
                            </m:r>
                            <m:r>
                              <a:rPr lang="en-NL" sz="1800" i="1" dirty="0" smtClean="0">
                                <a:latin typeface="Cambria Math" panose="02040503050406030204" pitchFamily="18" charset="0"/>
                              </a:rPr>
                              <m:t>𝑎𝑏𝑙𝑎𝑡𝑒𝑑</m:t>
                            </m:r>
                          </m:e>
                        </m:d>
                      </m:sub>
                    </m:sSub>
                    <m:r>
                      <a:rPr lang="en-NL" sz="1800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NL" sz="1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NL" sz="1800" i="0" dirty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d>
                          <m:dPr>
                            <m:begChr m:val="{"/>
                            <m:endChr m:val="}"/>
                            <m:ctrlPr>
                              <a:rPr lang="en-NL" sz="18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NL" sz="1800" i="1" dirty="0" smtClean="0">
                                <a:latin typeface="Cambria Math" panose="02040503050406030204" pitchFamily="18" charset="0"/>
                              </a:rPr>
                              <m:t>𝑠𝑒𝑛𝑠</m:t>
                            </m:r>
                            <m:r>
                              <a:rPr lang="en-NL" sz="1800" i="1" dirty="0" smtClean="0">
                                <a:latin typeface="Cambria Math" panose="02040503050406030204" pitchFamily="18" charset="0"/>
                              </a:rPr>
                              <m:t> 1 </m:t>
                            </m:r>
                            <m:r>
                              <a:rPr lang="en-NL" sz="1800" i="1" dirty="0" smtClean="0">
                                <a:latin typeface="Cambria Math" panose="02040503050406030204" pitchFamily="18" charset="0"/>
                              </a:rPr>
                              <m:t>𝑎𝑏𝑙𝑎𝑡𝑒𝑑</m:t>
                            </m:r>
                          </m:e>
                        </m:d>
                      </m:sub>
                    </m:sSub>
                    <m:r>
                      <a:rPr lang="en-NL" sz="1800" i="1" dirty="0" smtClean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NL" sz="1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L" sz="1800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d>
                          <m:dPr>
                            <m:begChr m:val="{"/>
                            <m:endChr m:val="}"/>
                            <m:ctrlPr>
                              <a:rPr lang="en-NL" sz="18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NL" sz="1800" i="1" dirty="0" smtClean="0">
                                <a:latin typeface="Cambria Math" panose="02040503050406030204" pitchFamily="18" charset="0"/>
                              </a:rPr>
                              <m:t>𝑠𝑒𝑛𝑠</m:t>
                            </m:r>
                            <m:r>
                              <a:rPr lang="en-NL" sz="1800" i="1" dirty="0" smtClean="0">
                                <a:latin typeface="Cambria Math" panose="02040503050406030204" pitchFamily="18" charset="0"/>
                              </a:rPr>
                              <m:t> 8 </m:t>
                            </m:r>
                            <m:r>
                              <a:rPr lang="en-NL" sz="1800" i="1" dirty="0" smtClean="0">
                                <a:latin typeface="Cambria Math" panose="02040503050406030204" pitchFamily="18" charset="0"/>
                              </a:rPr>
                              <m:t>𝑎𝑏𝑙𝑎𝑡𝑒𝑑</m:t>
                            </m:r>
                          </m:e>
                        </m:d>
                      </m:sub>
                    </m:sSub>
                    <m:r>
                      <a:rPr lang="en-NL" sz="1800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NL" sz="1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NL" sz="1800" i="0" dirty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d>
                          <m:dPr>
                            <m:begChr m:val="{"/>
                            <m:endChr m:val="}"/>
                            <m:ctrlPr>
                              <a:rPr lang="en-NL" sz="18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NL" sz="1800" i="1" dirty="0" smtClean="0">
                                <a:latin typeface="Cambria Math" panose="02040503050406030204" pitchFamily="18" charset="0"/>
                              </a:rPr>
                              <m:t>𝑠𝑒𝑛𝑠</m:t>
                            </m:r>
                            <m:r>
                              <a:rPr lang="en-NL" sz="1800" i="1" dirty="0" smtClean="0">
                                <a:latin typeface="Cambria Math" panose="02040503050406030204" pitchFamily="18" charset="0"/>
                              </a:rPr>
                              <m:t> 8 </m:t>
                            </m:r>
                            <m:r>
                              <a:rPr lang="en-NL" sz="1800" i="1" dirty="0" smtClean="0">
                                <a:latin typeface="Cambria Math" panose="02040503050406030204" pitchFamily="18" charset="0"/>
                              </a:rPr>
                              <m:t>𝑎𝑏𝑙𝑎𝑡𝑒𝑑</m:t>
                            </m:r>
                          </m:e>
                        </m:d>
                      </m:sub>
                    </m:sSub>
                  </m:oMath>
                </a14:m>
                <a:endParaRPr lang="en-NL" sz="1800" dirty="0"/>
              </a:p>
              <a:p>
                <a:pPr lvl="1"/>
                <a:r>
                  <a:rPr lang="en-NL" sz="1800" dirty="0"/>
                  <a:t>So, in total: 9 </a:t>
                </a:r>
                <a14:m>
                  <m:oMath xmlns:m="http://schemas.openxmlformats.org/officeDocument/2006/math">
                    <m:r>
                      <a:rPr lang="en-NL" sz="1800" i="1" dirty="0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NL" sz="1800" dirty="0"/>
                  <a:t>s and 9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NL" sz="1800" i="0" dirty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NL" sz="1800" dirty="0"/>
                  <a:t>s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88952A-A721-3B27-875C-C1E85B88CD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603" t="-11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D2ACD80F-F1E6-F797-2136-0862DE7513BE}"/>
              </a:ext>
            </a:extLst>
          </p:cNvPr>
          <p:cNvSpPr txBox="1"/>
          <p:nvPr/>
        </p:nvSpPr>
        <p:spPr>
          <a:xfrm>
            <a:off x="7814711" y="6488668"/>
            <a:ext cx="4377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* </a:t>
            </a:r>
            <a:r>
              <a:rPr lang="en-GB" dirty="0"/>
              <a:t>S</a:t>
            </a:r>
            <a:r>
              <a:rPr lang="en-NL" dirty="0"/>
              <a:t>hould probably use validation data here</a:t>
            </a:r>
          </a:p>
        </p:txBody>
      </p:sp>
    </p:spTree>
    <p:extLst>
      <p:ext uri="{BB962C8B-B14F-4D97-AF65-F5344CB8AC3E}">
        <p14:creationId xmlns:p14="http://schemas.microsoft.com/office/powerpoint/2010/main" val="3139271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BAF8CB24-3BD3-7BF5-3A86-CDFC041E7B2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8109060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C1AC5F72-F3DF-D6DF-9C62-0091108E8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 dirty="0"/>
              <a:t>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75310F-9927-686F-8CE4-3B6AF9FC0A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000" dirty="0"/>
              <a:t>For each model (i.e.: Rock v None, …)</a:t>
            </a:r>
          </a:p>
          <a:p>
            <a:pPr lvl="1"/>
            <a:r>
              <a:rPr lang="en-GB" sz="1800" dirty="0"/>
              <a:t>For each of these mu and Sigma’s compute the KLD between the </a:t>
            </a:r>
            <a:r>
              <a:rPr lang="en-GB" sz="1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reference</a:t>
            </a:r>
            <a:r>
              <a:rPr lang="en-GB" sz="1800" dirty="0"/>
              <a:t> distribution and the ablated sensor distribution.</a:t>
            </a:r>
          </a:p>
          <a:p>
            <a:endParaRPr lang="en-GB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CBF688-BCB5-3AAB-936A-0D7F76916B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3250" y="3036394"/>
            <a:ext cx="5905500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4870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F921F928-27E3-2D4B-BC70-F7A424D2865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97781003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2ED06CC-0E17-6F5A-9033-53F8D8F9C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 dirty="0"/>
              <a:t>Results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A68B341-60C0-FAD5-508A-0702002193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2448989" y="1825625"/>
            <a:ext cx="729402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38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30CC236F-A371-B1C3-2BCE-EC97C6E5326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61928126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86DB6818-765C-F762-C266-9EFD9AD1A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NL" dirty="0"/>
              <a:t>Results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1157BA3-8D4E-D978-D2BB-C9D45BFE7A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2448989" y="1825625"/>
            <a:ext cx="729402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9884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F610C04C-595F-A46B-FD72-2B1A16AD265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115049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A66B04B2-E109-9C6D-3404-24B2F8CD0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NL" dirty="0"/>
              <a:t>Results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3AD719B-8036-22D7-AC55-8F69DDA42E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2448989" y="1825625"/>
            <a:ext cx="729402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135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76CA7ABA-3EE4-BCB8-FCFB-A6B2191BF0E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4481713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CFB9FD6E-8C1D-EE14-175D-816210AC1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NL" dirty="0"/>
              <a:t>Results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E0EF3A4-559D-4E8E-9398-496A0B8753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723711" y="1690688"/>
            <a:ext cx="8574641" cy="48021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CE3B231-31D2-E7C6-078D-C517313564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9900" y="0"/>
            <a:ext cx="5372100" cy="208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895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599B4DAF-0F49-CA35-37EE-96650ED6F3E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2775992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1D102017-997A-F142-21DF-55195E7E7B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5960" y="4788282"/>
            <a:ext cx="3140202" cy="18685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EB0EFD5-35BE-9830-95F0-F89AD31B84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7060" y="2740380"/>
            <a:ext cx="3229102" cy="18913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C3C74C-A8B6-11BF-FB13-BE33105356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45287" y="715259"/>
            <a:ext cx="3238168" cy="186855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1482018-232E-4FBD-D71F-80699F44B3C1}"/>
              </a:ext>
            </a:extLst>
          </p:cNvPr>
          <p:cNvSpPr txBox="1"/>
          <p:nvPr/>
        </p:nvSpPr>
        <p:spPr>
          <a:xfrm>
            <a:off x="1554982" y="3686045"/>
            <a:ext cx="4471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</a:t>
            </a:r>
            <a:r>
              <a:rPr lang="en-NL" dirty="0"/>
              <a:t>ensors 5, 4, 3 are most important it seems</a:t>
            </a:r>
          </a:p>
        </p:txBody>
      </p:sp>
    </p:spTree>
    <p:extLst>
      <p:ext uri="{BB962C8B-B14F-4D97-AF65-F5344CB8AC3E}">
        <p14:creationId xmlns:p14="http://schemas.microsoft.com/office/powerpoint/2010/main" val="29179288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5893120A-22C6-4548-8B9A-A09D153A530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3099291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A3560509-0931-CC1D-E15D-65B4B8621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NL" dirty="0"/>
              <a:t>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80C8A-78F5-FA8B-E1FD-9E34A379CF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NL" sz="2000" dirty="0"/>
              <a:t>Work on validation data instead of train data?</a:t>
            </a:r>
          </a:p>
          <a:p>
            <a:r>
              <a:rPr lang="en-NL" sz="2000" dirty="0"/>
              <a:t>Need to perform a check if the latent spaces are Gaussians</a:t>
            </a:r>
          </a:p>
          <a:p>
            <a:endParaRPr lang="en-NL" sz="2000" dirty="0"/>
          </a:p>
        </p:txBody>
      </p:sp>
    </p:spTree>
    <p:extLst>
      <p:ext uri="{BB962C8B-B14F-4D97-AF65-F5344CB8AC3E}">
        <p14:creationId xmlns:p14="http://schemas.microsoft.com/office/powerpoint/2010/main" val="10714311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174</Words>
  <Application>Microsoft Macintosh PowerPoint</Application>
  <PresentationFormat>Widescreen</PresentationFormat>
  <Paragraphs>26</Paragraphs>
  <Slides>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Cambria Math</vt:lpstr>
      <vt:lpstr>Office Theme</vt:lpstr>
      <vt:lpstr>think-cell Slide</vt:lpstr>
      <vt:lpstr>Sensor Significance</vt:lpstr>
      <vt:lpstr>Approach</vt:lpstr>
      <vt:lpstr>Approach</vt:lpstr>
      <vt:lpstr>Results</vt:lpstr>
      <vt:lpstr>Results</vt:lpstr>
      <vt:lpstr>Results</vt:lpstr>
      <vt:lpstr>Results</vt:lpstr>
      <vt:lpstr>PowerPoint Presentation</vt:lpstr>
      <vt:lpstr>Considerations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Hens, F.L.T. (Freek)</dc:creator>
  <cp:lastModifiedBy>Hens, F.L.T. (Freek)</cp:lastModifiedBy>
  <cp:revision>2</cp:revision>
  <dcterms:created xsi:type="dcterms:W3CDTF">2025-08-13T14:55:08Z</dcterms:created>
  <dcterms:modified xsi:type="dcterms:W3CDTF">2025-08-13T17:23:06Z</dcterms:modified>
</cp:coreProperties>
</file>